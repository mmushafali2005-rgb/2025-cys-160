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411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OBJECT-ORIENTED PROGRAMMING  •  SEMESTER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Daily Task Tracker &amp; Routine Suggester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0" cy="100584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GUI   |   Inheritance &amp; Polymorphism   |   File Persistence   |   Habit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  —  University of Engineering and Technology, Lahore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DailyFlow?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imgs/FaHammer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daily planners don't adapt to a student's real habits.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manage time effectively across study, prayer, exercise, meals, sleep.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needed: a tool that learns from behaviour, not just records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5352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C5F2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imgs/FaLightbulb_97BC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59752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11112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desktop app that logs daily tasks by category, time and status.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recurring patterns and suggests a personalised routine automatically.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all data to file so history persists across sessions.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mgs/FaTask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38328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list, progress bar &amp; a daily motivational quote.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98648" y="16916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2011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imgs/FaListU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0088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Edit 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63240" y="338328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 create or update a task with validation.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248656" y="16916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34456" y="2011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mgs/FaHistor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13248" y="338328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day's tasks and completion percentage.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598664" y="16916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84464" y="2011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imgs/Fa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90104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Routine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63256" y="338328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schedule based on task patterns.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948672" y="169164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634472" y="2011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imgs/FaChartB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7352" y="2194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40112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0113264" y="3383280"/>
            <a:ext cx="177393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completed vs total tasks.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Topics Used in DailyFlow.java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imgs/FaBoxOpen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89864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with getters/setters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8288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1" name="Image 1" descr="imgs/FaSitemap_2C5F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89864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Task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15" name="Shape 11"/>
          <p:cNvSpPr/>
          <p:nvPr/>
        </p:nvSpPr>
        <p:spPr>
          <a:xfrm>
            <a:off x="6318504" y="18288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2" descr="imgs/FaShapes_2C5F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965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5146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91072" y="289864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StudyTask, HealthTask, PersonalTask extend Task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20" name="Shape 15"/>
          <p:cNvSpPr/>
          <p:nvPr/>
        </p:nvSpPr>
        <p:spPr>
          <a:xfrm>
            <a:off x="9089136" y="18288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3" descr="imgs/FaCheckCircle_2C5F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1965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251460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61704" y="289864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Overridden getCategory() &amp; toString()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6" name="Image 4" descr="imgs/FaCogs_2C5F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84632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 &amp; this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49808" y="523036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super(...) chains field initialization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30" name="Shape 23"/>
          <p:cNvSpPr/>
          <p:nvPr/>
        </p:nvSpPr>
        <p:spPr>
          <a:xfrm>
            <a:off x="3547872" y="41605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1" name="Image 5" descr="imgs/FaHammer_2C5F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84632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&amp; Final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20440" y="523036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Category, static factory methods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35" name="Shape 27"/>
          <p:cNvSpPr/>
          <p:nvPr/>
        </p:nvSpPr>
        <p:spPr>
          <a:xfrm>
            <a:off x="6318504" y="41605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6" name="Image 6" descr="imgs/FaPlug_2C5F2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664" y="42976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91072" y="484632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291072" y="523036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ActionListener for events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40" name="Shape 31"/>
          <p:cNvSpPr/>
          <p:nvPr/>
        </p:nvSpPr>
        <p:spPr>
          <a:xfrm>
            <a:off x="9089136" y="41605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1" name="Image 7" descr="imgs/FaSave_2C5F2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6296" y="429768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61704" y="484632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061704" y="5230368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 / BufferedReader persistence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 &amp; Encapsulation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B1B1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Task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taskName;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scheduledTime;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priority;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boolean completed;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getTaskName() {...}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setCompleted(boolean c) {...}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abstract String getCategory();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 — only accessible through public getters and setters.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task state safe from invalid direct changes.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38404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is declared abstract — it can never be instantiated directly.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getCategory() has no body here; each subclass must define its own.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toFileLine() and toString() hide the formatting details from the rest of the app.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&amp; Polymorphism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0" y="164592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645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(abstract)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2331720"/>
            <a:ext cx="3749040" cy="502920"/>
          </a:xfrm>
          <a:prstGeom prst="line">
            <a:avLst/>
          </a:prstGeom>
          <a:noFill/>
          <a:ln w="19050">
            <a:solidFill>
              <a:srgbClr val="B9C9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8346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834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331720"/>
            <a:ext cx="0" cy="502920"/>
          </a:xfrm>
          <a:prstGeom prst="line">
            <a:avLst/>
          </a:prstGeom>
          <a:noFill/>
          <a:ln w="19050">
            <a:solidFill>
              <a:srgbClr val="B9C9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8346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834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HealthTask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29800" y="2331720"/>
            <a:ext cx="0" cy="502920"/>
          </a:xfrm>
          <a:prstGeom prst="line">
            <a:avLst/>
          </a:prstGeom>
          <a:noFill/>
          <a:ln w="19050">
            <a:solidFill>
              <a:srgbClr val="B9C9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8346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834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690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</a:t>
            </a: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StudyTask, HealthTask and PersonalTask each extend Task and call super(name, time, priority) to reuse the parent's constructor logic.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</a:t>
            </a:r>
            <a:r>
              <a:rPr lang="en-US" sz="13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overrides getCategory() to return its own category string, and Task.toString() calls getCategory() — so the correct version runs automatically depending on the actual object type.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Constructors, this, Static &amp;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 &amp; super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063240" cy="1783080"/>
          </a:xfrm>
          <a:prstGeom prst="roundRect">
            <a:avLst>
              <a:gd name="adj" fmla="val 3077"/>
            </a:avLst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50592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StudyTask(String 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time, String pr)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super(name, time, pr);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constructors pass values up to Task's constructor.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keyword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26280" y="2331720"/>
            <a:ext cx="3063240" cy="1783080"/>
          </a:xfrm>
          <a:prstGeom prst="roundRect">
            <a:avLst>
              <a:gd name="adj" fmla="val 3077"/>
            </a:avLst>
          </a:prstGeom>
          <a:solidFill>
            <a:srgbClr val="1B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450592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Category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String STUDY = "Study";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4297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cannot be subclassed; its constants cannot be reassigned.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828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methods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75320" y="2331720"/>
            <a:ext cx="3063240" cy="1783080"/>
          </a:xfrm>
          <a:prstGeom prst="roundRect">
            <a:avLst>
              <a:gd name="adj" fmla="val 3077"/>
            </a:avLst>
          </a:prstGeom>
          <a:solidFill>
            <a:srgbClr val="1B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450592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Task create(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category, ...)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4297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TaskFactory.create(...) is called without making a TaskFactory object.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&amp; GUI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imgs/FaPlug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DailyFlow extends JFrame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implements ActionListener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 is an interface — DailyFlow agrees to implement actionPerformed(ActionEvent 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button (Add, Save, Delete, Edit...) registers this class as its listener.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actionPerformed() then checks e.getSource() to decide which screen or action to trigger.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imgs/FaDesktop_2C5F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9752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in Java (Swing)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11112" y="24688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javax.swing — JFrame, JPanel, JButton, JTextField, JComboBox.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showHomeScreen(), showAddTaskScreen(), etc. swap panels inside one main window.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green-and-white theme is applied with custom fonts and colors.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boxes (JOptionPane) confirm saves, edits, and deletions.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1B1B1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TaskStorage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save(DailyLog log)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PrintWriter w = new PrintWriter(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FileWriter(FILE_NAME));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w.println(log.getDate());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(Task t : log.getTasks())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w.println(t.toFileLine());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DailyLog load(...) {...}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6" name="Image 0" descr="imgs/FaSave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6948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java.io: FileWriter, PrintWriter, FileReader, BufferedReader.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is serialized with toFileLine() into a pipe-delimited line.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load, TaskFactory rebuilds the correct subclass from the saved category.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persist across sessions in dailyflow_tasks.txt.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Routine Suggester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56032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last 7 days of task data from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3566160"/>
            <a:ext cx="128016" cy="0"/>
          </a:xfrm>
          <a:prstGeom prst="line">
            <a:avLst/>
          </a:prstGeom>
          <a:noFill/>
          <a:ln w="25400">
            <a:solidFill>
              <a:srgbClr val="B9C9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279806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98064" y="237744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62656" y="256032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tasks by category &amp; find the most frequent time slot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1184" y="3566160"/>
            <a:ext cx="128016" cy="0"/>
          </a:xfrm>
          <a:prstGeom prst="line">
            <a:avLst/>
          </a:prstGeom>
          <a:noFill/>
          <a:ln w="25400">
            <a:solidFill>
              <a:srgbClr val="B9C9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47488" y="237744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56032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tasks completed most consistently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50608" y="3566160"/>
            <a:ext cx="128016" cy="0"/>
          </a:xfrm>
          <a:prstGeom prst="line">
            <a:avLst/>
          </a:prstGeom>
          <a:noFill/>
          <a:ln w="25400">
            <a:solidFill>
              <a:srgbClr val="B9C9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96912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29691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96912" y="237744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61504" y="256032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schedule ordered by time (e.g. Prayer 5 AM, Study 9 PM)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00032" y="3566160"/>
            <a:ext cx="128016" cy="0"/>
          </a:xfrm>
          <a:prstGeom prst="line">
            <a:avLst/>
          </a:prstGeom>
          <a:noFill/>
          <a:ln w="25400">
            <a:solidFill>
              <a:srgbClr val="B9C9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46336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9546336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46336" y="237744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10928" y="256032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routine with a confidence note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 than 3 days of data exist, a default beginner-friendly routine is shown instead.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6" name="Image 0" descr="imgs/FaTasks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522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62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&amp; mark complete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8288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1" name="Image 1" descr="imgs/FaListUl_2C5F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9522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468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02152" y="2862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Study, Prayer, Exercise, Meal, Sleep, Personal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15" name="Shape 11"/>
          <p:cNvSpPr/>
          <p:nvPr/>
        </p:nvSpPr>
        <p:spPr>
          <a:xfrm>
            <a:off x="6318504" y="18288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2" descr="imgs/FaCheckCircle_2C5F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19522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468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Levels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72784" y="2862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Low, color-coded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0020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20" name="Shape 15"/>
          <p:cNvSpPr/>
          <p:nvPr/>
        </p:nvSpPr>
        <p:spPr>
          <a:xfrm>
            <a:off x="9089136" y="182880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3" descr="imgs/FaChartBar_2C5F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19522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3416" y="24688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Bar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43416" y="286207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daily completion percentage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6" name="Image 4" descr="imgs/FaSave_2C5F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42839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8006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Persistence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" y="51937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tasks.txt automatically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30" name="Shape 23"/>
          <p:cNvSpPr/>
          <p:nvPr/>
        </p:nvSpPr>
        <p:spPr>
          <a:xfrm>
            <a:off x="3547872" y="4160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1" name="Image 5" descr="imgs/FaLightbulb_2C5F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1316" y="42839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02152" y="48006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Suggester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502152" y="51937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7-day task history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35" name="Shape 27"/>
          <p:cNvSpPr/>
          <p:nvPr/>
        </p:nvSpPr>
        <p:spPr>
          <a:xfrm>
            <a:off x="6318504" y="4160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6" name="Image 6" descr="imgs/FaHistory_2C5F2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428396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72784" y="48006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Viewer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72784" y="51937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past days at a glance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93192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356B36"/>
          </a:solidFill>
          <a:ln/>
        </p:spPr>
      </p:sp>
      <p:sp>
        <p:nvSpPr>
          <p:cNvPr id="40" name="Shape 31"/>
          <p:cNvSpPr/>
          <p:nvPr/>
        </p:nvSpPr>
        <p:spPr>
          <a:xfrm>
            <a:off x="9089136" y="41605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1" name="Image 7" descr="imgs/FaQuoteRight_2C5F2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2580" y="428396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43416" y="48006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Motivational Quotes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043416" y="51937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quote every session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772400" cy="34015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(JDK 17+)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Swing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IntelliJ IDEA / Eclipse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I/O — FileWriter, BufferedReader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 file (pipe-delimited)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691640"/>
            <a:ext cx="3063240" cy="3931920"/>
          </a:xfrm>
          <a:prstGeom prst="roundRect">
            <a:avLst>
              <a:gd name="adj" fmla="val 2388"/>
            </a:avLst>
          </a:prstGeom>
          <a:solidFill>
            <a:srgbClr val="EAF2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imgs/FaCogs_2C5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9659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1540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Highlights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915400" y="292608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(abstract)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StudyTask / HealthTask / PersonalTask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TaskFactory (static)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DailyLog, TaskStorage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RoutineSuggester, StatsManager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(JFrame, ActionListener)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 |  OOP in Java 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Done 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DailyFlow brings together every core OOP concept covered in class — encapsulation, abstraction, inheritance, polymorphism, constructors, static &amp; final, interfaces, and file handling — inside one meaningful, real-world Java Swing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15407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36876" y="4206240"/>
            <a:ext cx="1348740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6876" y="4206240"/>
            <a:ext cx="1348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50208" y="4206240"/>
            <a:ext cx="1348740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4206240"/>
            <a:ext cx="1348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63540" y="420624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3540" y="42062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72884" y="4206240"/>
            <a:ext cx="1252728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2884" y="4206240"/>
            <a:ext cx="125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90204" y="420624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0204" y="420624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15500" y="4206240"/>
            <a:ext cx="580644" cy="457200"/>
          </a:xfrm>
          <a:prstGeom prst="roundRect">
            <a:avLst>
              <a:gd name="adj" fmla="val 50000"/>
            </a:avLst>
          </a:prstGeom>
          <a:solidFill>
            <a:srgbClr val="356B3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5500" y="4206240"/>
            <a:ext cx="580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  —  University of Engineering and Technology, Lahore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Office PowerPoint</Application>
  <PresentationFormat>Widescreen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DailyFlow - Smart Daily Task Tracker</dc:title>
  <dc:subject>PptxGenJS Presentation</dc:subject>
  <dc:creator>Computer Engineering Department, UET Lahore</dc:creator>
  <cp:lastModifiedBy>MMush</cp:lastModifiedBy>
  <cp:revision>2</cp:revision>
  <dcterms:created xsi:type="dcterms:W3CDTF">2026-06-20T06:26:53Z</dcterms:created>
  <dcterms:modified xsi:type="dcterms:W3CDTF">2026-06-20T08:05:17Z</dcterms:modified>
</cp:coreProperties>
</file>